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Time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A runtime stack is a memory structure used to manage function calls.</a:t>
            </a:r>
          </a:p>
          <a:p>
            <a:r>
              <a:t>It stores data like parameters, local variables, and return addresses.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Runtime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function call creates a stack frame.</a:t>
            </a:r>
          </a:p>
          <a:p>
            <a:r>
              <a:t>Stack follows LIFO (Last In First Out).</a:t>
            </a:r>
          </a:p>
          <a:p>
            <a:r>
              <a:t>New calls are pushed, completed calls are popped.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Frame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Return Address</a:t>
            </a:r>
          </a:p>
          <a:p>
            <a:r>
              <a:t>2. Function Parameters</a:t>
            </a:r>
          </a:p>
          <a:p>
            <a:r>
              <a:t>3. Local Variables</a:t>
            </a:r>
          </a:p>
          <a:p>
            <a:r>
              <a:t>4. Temporary Data</a:t>
            </a:r>
          </a:p>
          <a:p>
            <a:r>
              <a:t>Each function has its own stack frame.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Runtime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 function is called, a new frame is pushed.</a:t>
            </a:r>
          </a:p>
          <a:p>
            <a:r>
              <a:t>When function ends, frame is popped.</a:t>
            </a:r>
          </a:p>
          <a:p>
            <a:r>
              <a:t>Control returns to previous function.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memory management.</a:t>
            </a:r>
          </a:p>
          <a:p>
            <a:r>
              <a:t>Supports recursion.</a:t>
            </a:r>
          </a:p>
          <a:p>
            <a:r>
              <a:t>Helps in function tracking.</a:t>
            </a:r>
          </a:p>
          <a:p>
            <a:r>
              <a:t>Used in programming languages like C, Java,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